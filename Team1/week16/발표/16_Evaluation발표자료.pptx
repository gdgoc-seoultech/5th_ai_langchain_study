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60"/>
    <p:restoredTop sz="94656"/>
  </p:normalViewPr>
  <p:slideViewPr>
    <p:cSldViewPr snapToGrid="0">
      <p:cViewPr>
        <p:scale>
          <a:sx n="98" d="100"/>
          <a:sy n="98" d="100"/>
        </p:scale>
        <p:origin x="-904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B1567-ACC0-291F-EA12-8D54CC75F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5B40B6-BD16-5623-37B7-80D40B98B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0AEB21-7EE7-CBB8-16DA-22F3312D9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1CE0D-B018-2200-F115-488F2A54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8411B8-860F-9146-D26F-86557DBA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1524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F0250-B4B4-6C48-63F7-DA94D0034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2A7B2E-8EAC-E4C3-ED22-12D644B2D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154CDD-7E41-4FA7-156E-3BD05589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65101E-D6D7-4CDE-0963-3DCF5F5ED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C2AC5-B0AC-6E91-B8DC-8F3A1E21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8833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D23C7B-8647-D869-D9A5-55FB9E614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07415-32C7-A327-8FE1-62903FC18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22A2D-5223-52DA-AACD-F7509D73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386AD4-74E4-D1B5-F8A5-D2607E06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1A9E4-E150-5C50-8D7C-ACB92005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8945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DC34FD-DFE6-AE1F-1713-9D2321027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B450E-4CA5-A907-5F02-2417BDC34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D44074-D786-A8A3-8CAA-40D445F49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129B1F-E40C-266B-45FD-4CDE32ADC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FC6A45-CE39-97CE-C294-6141DE9F0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926D3C-3081-8BBB-3217-B81A31BD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6475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39C69-E0C3-A95A-CBDA-D2B66E80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61C24F-A0BB-81B4-4A27-6AD1796EA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4BE501-F31F-5B5E-C89A-84CAD2ADF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18DB04-23FA-1B58-2BC6-6625A914B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D7D3C8-208F-9B3B-C239-CD6D669F2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E1602A-5417-925B-FC9A-8968538D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72CCE8-65FF-DE7F-7861-79C97C26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9B11BB-C0B3-54A0-120C-3C9A1EBD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4763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8DC93-E2AB-6B1A-E307-9030FE41E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27B5E3-FD1C-D1CD-0232-D08CCC16B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5E538B-05BB-E594-CDE6-6A8DEC62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5CDE2E-808B-BE66-9118-17308547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7814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CD75F6-6033-E260-8919-80C50259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FAD784-6EFA-E305-53CB-88F815FFF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EC0DD1-F7B2-F0B7-3813-1EACB166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6797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16A42-033B-841C-E75A-339A8B019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8E02DD-D6EB-C6D4-8C35-F29982EB9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593ED-6D19-EB3F-357A-D9E27CB1A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E20E69-01F9-B79C-A7B8-0F082A05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20C8D0-5313-C17D-5986-105876C2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377DA5-B271-5B5B-6916-5EFE3016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68677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60BA0-2DC9-9D30-A489-58195C64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A07D6B-3BBF-74A9-2AD3-DED7DADDB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1D6FB7-8502-343F-B7B2-F28F572EB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616B96-ACD6-8A98-831F-194CA086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1BAF63-4CBE-7059-0CB8-6ECC1CB8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7F508E-07AF-10E5-D394-59AEFAB2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682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34A7E-4AF2-BA7C-B027-A944BAA9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4C09DF-88BF-1ED6-F452-0B64A1BB1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85080-1EB9-5E8F-A953-D087428B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04A1E-C6B9-E083-444C-7751B235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86589-31EC-95B8-695F-E011C2D0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9575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C59080-AE36-05F7-E274-8E52CADA5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CFB2B3-0E6C-0AE9-C6B7-60670BA95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6CA463-5711-1C76-8732-C3B1BE6C8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03AC9F-75BB-EBA8-F4D9-083F34B1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FDD90E-1484-6C1C-1825-2FAA188C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6404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F9E311-E4CD-F547-F5CF-0A61C715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98B789-E9E7-4F15-4D64-28CF3CF11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8A523-DA1A-0078-E320-2441F5CBF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A8947-8C9B-BF4E-8F06-0401BDB868C3}" type="datetimeFigureOut">
              <a:rPr kumimoji="1" lang="ko-Kore-KR" altLang="en-US" smtClean="0"/>
              <a:t>2026. 3. 14.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1A0D24-8D54-5190-A73E-28CBF73AD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38976B-7FB9-A800-4AAE-9ACD8735D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DF555-83CA-4C4D-912C-4A5637A64CA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3212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4D4EEE-D5A8-7330-9E32-F22A9792D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5" y="772019"/>
            <a:ext cx="12016325" cy="557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36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6C2484-913D-E9B2-674F-01132D826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23" y="957553"/>
            <a:ext cx="11838153" cy="494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44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2B868-F206-7D26-8675-E942CB20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A4C1308-E118-05CC-037C-E6D54FC6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30" y="31472"/>
            <a:ext cx="9760739" cy="682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57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B72A5-5E7D-F66B-DB19-D625F1B7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5CFC3A-DC52-EC18-4FA0-45C6C8A7B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5" y="845406"/>
            <a:ext cx="11926389" cy="516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8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B3BB-C1D2-B2D1-D12D-88B5F01E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7E8B47-FC2D-086E-5CA7-7F6413B0A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62" y="1139239"/>
            <a:ext cx="11000676" cy="457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7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3B959-730E-354F-A014-676B3462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8015556-587C-F795-55A0-3A82D4BC4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626" y="42905"/>
            <a:ext cx="9186747" cy="677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1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37CC7-ECA1-3035-F0BB-5E7FB0A8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45DBC6-8AEA-1E49-C887-E550BA05D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09" y="840341"/>
            <a:ext cx="11814981" cy="517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0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CBEF6-C972-7B42-9BED-205B0DB8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0C7BDC8-8122-67BB-BC12-FCE2E25DE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58" y="131457"/>
            <a:ext cx="9521283" cy="659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5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AA44-CE47-4476-ABEF-29FE32788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33BD9A6-0D2E-F091-3744-7F9A6F775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48" y="273205"/>
            <a:ext cx="10057104" cy="63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1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F57C-EDA8-629E-DA75-E99790E95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9A33F6-2A66-9B7F-666A-9A4A8C257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1" y="851429"/>
            <a:ext cx="11676018" cy="515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79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0</Words>
  <Application>Microsoft Macintosh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홍준수</dc:creator>
  <cp:lastModifiedBy>홍준수</cp:lastModifiedBy>
  <cp:revision>1</cp:revision>
  <dcterms:created xsi:type="dcterms:W3CDTF">2026-03-14T12:10:43Z</dcterms:created>
  <dcterms:modified xsi:type="dcterms:W3CDTF">2026-03-15T04:33:52Z</dcterms:modified>
</cp:coreProperties>
</file>