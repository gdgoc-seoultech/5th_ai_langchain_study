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F9A479-27C3-A6A5-AFAB-53DFB74A25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A712FA-F35E-CDA6-1838-8AC55A9DDE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400D728-2FE7-A6B6-10CB-5192F5A20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D54FB-1566-4B73-AA21-3D55BB3FA21D}" type="datetimeFigureOut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A999E5C-E040-33B4-E3BE-8B2E25679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F75D3F6-DBFF-08E1-4BA2-64BE583B0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77BF7-579E-40B5-83C6-F077358C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58154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10D4999-71EF-199F-76F3-0D6862A12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F7CB4EE-BE70-0046-D7D4-1406326DB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E6DFCA3-1BDD-6074-97B4-D303BC95A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D54FB-1566-4B73-AA21-3D55BB3FA21D}" type="datetimeFigureOut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6E9032-6F54-32D5-8CEB-020269BBF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042282-D42F-BC8E-4BF5-A3EEE13F4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77BF7-579E-40B5-83C6-F077358C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3302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491CCC-05F0-C519-9AE2-9EB76AC709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A826B27-6764-48C2-0970-270BB8DD0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C053F93-790B-C099-A4DC-2D198561F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D54FB-1566-4B73-AA21-3D55BB3FA21D}" type="datetimeFigureOut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C43004-4AD9-2063-7D76-1F1364531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551A977-61A6-DE47-9092-C3F61F73B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77BF7-579E-40B5-83C6-F077358C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23142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D432C4-809D-F2FF-4C87-7F94A6A1C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550B1B1-63B2-FEF4-9C40-A3763950B21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D9A3A4-8A43-79DD-5F9F-AE3413B6AB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E405A23-D233-004C-D968-4866E42FB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D54FB-1566-4B73-AA21-3D55BB3FA21D}" type="datetimeFigureOut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5952FEC-3CD8-4CC7-F5AA-4F8F4127D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82BA38-6262-5585-2150-624F3E155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77BF7-579E-40B5-83C6-F077358C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06720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90F1BB2-4E3A-3DC5-9D78-120C4EAD39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BD92045-7054-75DF-C7B5-807652A47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2C99620-C3C4-532D-1133-1B7BF71EC9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8A38EBF-4C52-821D-F683-C40AEAF46B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B41616BA-C777-C829-FB67-3383F3B126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597111B-2256-E4AE-937A-1214EC2DC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D54FB-1566-4B73-AA21-3D55BB3FA21D}" type="datetimeFigureOut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EBC53F0-6641-5377-588F-D93D666F3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11CF4B8-6DAB-D9F2-C09C-C1D90169A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77BF7-579E-40B5-83C6-F077358C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88786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10ECD9-33E6-4BC7-9A94-9DA2A2078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5B2F3CB-3313-4DAD-DBFB-4E9C5BE9F2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D54FB-1566-4B73-AA21-3D55BB3FA21D}" type="datetimeFigureOut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29D6DDA-EC95-ECC5-E072-436174894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A105F85-63FE-5ECA-E39B-B5FD4073D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77BF7-579E-40B5-83C6-F077358C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4262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0C29BFA-69CA-0757-D7BB-4156E8309E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D54FB-1566-4B73-AA21-3D55BB3FA21D}" type="datetimeFigureOut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4DF6545-E2A4-ACE9-5082-AEA906BC9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BAE490C-EAC8-2255-BC66-CFB61DDC3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77BF7-579E-40B5-83C6-F077358C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6631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DB952C-F0A7-1D97-3CFA-D19D787F0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79BFA3-4070-12DA-5FA5-AD516E6CCE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1A1C5C-9E5D-34BD-0281-4A7C0889955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3A66ED2-AA4F-43FE-DF35-5A5175F984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D54FB-1566-4B73-AA21-3D55BB3FA21D}" type="datetimeFigureOut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3E608D1-9139-ACF7-A9B8-97307BF5FD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CFC159B-D8B1-9CFA-32CA-3C2A691FE3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77BF7-579E-40B5-83C6-F077358C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552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52F61B-E5DC-E091-CE49-990F702BE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575DAF0-F72F-6ED9-9585-582E88FB5D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35DD87B-B16C-F69A-A20B-6B6510A058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DCC579A-2141-884E-3148-A2C7B413B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D54FB-1566-4B73-AA21-3D55BB3FA21D}" type="datetimeFigureOut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649575-3B18-9437-97E0-CBF7EDCB4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167DAC6-A43F-CA74-4E2D-7EC654C58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77BF7-579E-40B5-83C6-F077358C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7477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4A70F7-0613-7FED-DF23-730355325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D037F2-3568-040F-9931-E7769ABBB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895938-44BE-4C7A-7354-74EBFD759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D54FB-1566-4B73-AA21-3D55BB3FA21D}" type="datetimeFigureOut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D063FD-6993-912E-35D2-0AD8DF8FC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64FFD5-43C5-8B6E-6821-2C205FE1C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77BF7-579E-40B5-83C6-F077358C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2757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677CD38-35F8-FC51-8DAF-0EF5AC9485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576CF63-FE74-B710-B429-25BBDF277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085807-C37B-8DA7-985E-516F75BEB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7D54FB-1566-4B73-AA21-3D55BB3FA21D}" type="datetimeFigureOut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22B801-4EB7-3CF9-8B20-6584F1FF7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B63642-BDBC-470B-8DAA-7AEEDEC17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077BF7-579E-40B5-83C6-F077358C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83175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A957BD-1C79-453E-9054-5FD373682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964614-14DD-5ECF-8B7D-34FA36920F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6E86166-0003-68D8-7085-9C077F826D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7D54FB-1566-4B73-AA21-3D55BB3FA21D}" type="datetimeFigureOut">
              <a:rPr lang="ko-KR" altLang="en-US" smtClean="0"/>
              <a:t>2025-12-21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A5D251D-6B87-91F0-2567-92B99DD1C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C52BCAC-4B93-3AB5-2A80-533F49B40D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077BF7-579E-40B5-83C6-F077358C33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851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EAD88F-3605-4C46-445D-0312ABBE2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ko-KR" altLang="en-US" dirty="0"/>
              <a:t>번</a:t>
            </a:r>
          </a:p>
        </p:txBody>
      </p:sp>
    </p:spTree>
    <p:extLst>
      <p:ext uri="{BB962C8B-B14F-4D97-AF65-F5344CB8AC3E}">
        <p14:creationId xmlns:p14="http://schemas.microsoft.com/office/powerpoint/2010/main" val="41137883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5FF484-06A8-E680-84A0-4775589239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ko-KR" altLang="en-US" dirty="0" err="1"/>
              <a:t>ㅂ</a:t>
            </a:r>
            <a:r>
              <a:rPr lang="en-US" altLang="ko-KR"/>
              <a:t>	</a:t>
            </a:r>
            <a:r>
              <a:rPr lang="ko-KR" altLang="en-US"/>
              <a:t>ㅓㄴ</a:t>
            </a:r>
          </a:p>
        </p:txBody>
      </p:sp>
    </p:spTree>
    <p:extLst>
      <p:ext uri="{BB962C8B-B14F-4D97-AF65-F5344CB8AC3E}">
        <p14:creationId xmlns:p14="http://schemas.microsoft.com/office/powerpoint/2010/main" val="41146924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와이드스크린</PresentationFormat>
  <Paragraphs>2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1번</vt:lpstr>
      <vt:lpstr>2ㅂ ㅓㄴ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홍준수</dc:creator>
  <cp:lastModifiedBy>홍준수</cp:lastModifiedBy>
  <cp:revision>1</cp:revision>
  <dcterms:created xsi:type="dcterms:W3CDTF">2025-12-21T11:06:39Z</dcterms:created>
  <dcterms:modified xsi:type="dcterms:W3CDTF">2025-12-21T11:06:56Z</dcterms:modified>
</cp:coreProperties>
</file>